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34" autoAdjust="0"/>
    <p:restoredTop sz="94660"/>
  </p:normalViewPr>
  <p:slideViewPr>
    <p:cSldViewPr snapToGrid="0">
      <p:cViewPr varScale="1">
        <p:scale>
          <a:sx n="61" d="100"/>
          <a:sy n="61" d="100"/>
        </p:scale>
        <p:origin x="96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B3386-56DF-45C4-81B5-25757131A7E6}" type="datetimeFigureOut">
              <a:rPr lang="ru-RU" smtClean="0"/>
              <a:t>15.11.2025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AD5F8-98EA-49BF-B2E1-FD24610859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87160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B3386-56DF-45C4-81B5-25757131A7E6}" type="datetimeFigureOut">
              <a:rPr lang="ru-RU" smtClean="0"/>
              <a:t>15.11.2025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AD5F8-98EA-49BF-B2E1-FD24610859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55107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B3386-56DF-45C4-81B5-25757131A7E6}" type="datetimeFigureOut">
              <a:rPr lang="ru-RU" smtClean="0"/>
              <a:t>15.11.2025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AD5F8-98EA-49BF-B2E1-FD24610859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31225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B3386-56DF-45C4-81B5-25757131A7E6}" type="datetimeFigureOut">
              <a:rPr lang="ru-RU" smtClean="0"/>
              <a:t>15.11.2025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AD5F8-98EA-49BF-B2E1-FD24610859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83840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B3386-56DF-45C4-81B5-25757131A7E6}" type="datetimeFigureOut">
              <a:rPr lang="ru-RU" smtClean="0"/>
              <a:t>15.11.2025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AD5F8-98EA-49BF-B2E1-FD24610859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80162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B3386-56DF-45C4-81B5-25757131A7E6}" type="datetimeFigureOut">
              <a:rPr lang="ru-RU" smtClean="0"/>
              <a:t>15.11.2025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AD5F8-98EA-49BF-B2E1-FD24610859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95687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B3386-56DF-45C4-81B5-25757131A7E6}" type="datetimeFigureOut">
              <a:rPr lang="ru-RU" smtClean="0"/>
              <a:t>15.11.2025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AD5F8-98EA-49BF-B2E1-FD24610859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67443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B3386-56DF-45C4-81B5-25757131A7E6}" type="datetimeFigureOut">
              <a:rPr lang="ru-RU" smtClean="0"/>
              <a:t>15.11.2025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AD5F8-98EA-49BF-B2E1-FD24610859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382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B3386-56DF-45C4-81B5-25757131A7E6}" type="datetimeFigureOut">
              <a:rPr lang="ru-RU" smtClean="0"/>
              <a:t>15.11.2025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AD5F8-98EA-49BF-B2E1-FD24610859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818130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B3386-56DF-45C4-81B5-25757131A7E6}" type="datetimeFigureOut">
              <a:rPr lang="ru-RU" smtClean="0"/>
              <a:t>15.11.2025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AD5F8-98EA-49BF-B2E1-FD24610859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85013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B3386-56DF-45C4-81B5-25757131A7E6}" type="datetimeFigureOut">
              <a:rPr lang="ru-RU" smtClean="0"/>
              <a:t>15.11.2025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AD5F8-98EA-49BF-B2E1-FD24610859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6994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B3386-56DF-45C4-81B5-25757131A7E6}" type="datetimeFigureOut">
              <a:rPr lang="ru-RU" smtClean="0"/>
              <a:t>15.11.2025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AD5F8-98EA-49BF-B2E1-FD24610859F6}" type="slidenum">
              <a:rPr lang="ru-RU" smtClean="0"/>
              <a:t>‹#›</a:t>
            </a:fld>
            <a:endParaRPr lang="ru-RU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298764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B3386-56DF-45C4-81B5-25757131A7E6}" type="datetimeFigureOut">
              <a:rPr lang="ru-RU" smtClean="0"/>
              <a:t>15.11.2025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AD5F8-98EA-49BF-B2E1-FD24610859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52705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B3386-56DF-45C4-81B5-25757131A7E6}" type="datetimeFigureOut">
              <a:rPr lang="ru-RU" smtClean="0"/>
              <a:t>15.11.2025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AD5F8-98EA-49BF-B2E1-FD24610859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18209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B3386-56DF-45C4-81B5-25757131A7E6}" type="datetimeFigureOut">
              <a:rPr lang="ru-RU" smtClean="0"/>
              <a:t>15.11.2025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AD5F8-98EA-49BF-B2E1-FD24610859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32409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B3386-56DF-45C4-81B5-25757131A7E6}" type="datetimeFigureOut">
              <a:rPr lang="ru-RU" smtClean="0"/>
              <a:t>15.11.2025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AD5F8-98EA-49BF-B2E1-FD24610859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99923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B3386-56DF-45C4-81B5-25757131A7E6}" type="datetimeFigureOut">
              <a:rPr lang="ru-RU" smtClean="0"/>
              <a:t>15.11.2025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AD5F8-98EA-49BF-B2E1-FD24610859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91113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535B3386-56DF-45C4-81B5-25757131A7E6}" type="datetimeFigureOut">
              <a:rPr lang="ru-RU" smtClean="0"/>
              <a:t>15.11.2025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566AD5F8-98EA-49BF-B2E1-FD24610859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760755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C18A16-DF58-4E4B-A32F-413518CDB16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numCol="2">
            <a:normAutofit/>
          </a:bodyPr>
          <a:lstStyle/>
          <a:p>
            <a:r>
              <a:rPr lang="ru-RU" sz="4400" dirty="0"/>
              <a:t>Обмен данными между процессами. Передача сообщений в C++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B483B4F-B7EF-4E42-8AC6-33CD591F2A9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45432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1B2253-2381-43FA-AE4B-A76A1CBDA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Введение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6DF2C63-C64A-4D09-8D4A-620D999447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	</a:t>
            </a:r>
            <a:r>
              <a:rPr lang="ru-RU" dirty="0"/>
              <a:t>Когда у нас есть несколько процессов (отдельных программ), иногда им нужно обмениваться данными. Это похоже на то, как люди общаются через записки или сообщения.</a:t>
            </a:r>
          </a:p>
        </p:txBody>
      </p:sp>
    </p:spTree>
    <p:extLst>
      <p:ext uri="{BB962C8B-B14F-4D97-AF65-F5344CB8AC3E}">
        <p14:creationId xmlns:p14="http://schemas.microsoft.com/office/powerpoint/2010/main" val="15852367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986C85-39DB-4640-943C-2F7B44930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471" y="97390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ru-RU" dirty="0"/>
              <a:t>Анонимные </a:t>
            </a:r>
            <a:br>
              <a:rPr lang="ru-RU" dirty="0"/>
            </a:br>
            <a:r>
              <a:rPr lang="ru-RU" dirty="0"/>
              <a:t>каналы (</a:t>
            </a:r>
            <a:r>
              <a:rPr lang="en-US" dirty="0"/>
              <a:t>Pipes)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604F0DB-B38E-4F15-9C3D-444E7A44D7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157" y="1422953"/>
            <a:ext cx="5500281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/>
              <a:t>	Самый простой способ - использовать "трубу" (</a:t>
            </a:r>
            <a:r>
              <a:rPr lang="ru-RU" sz="2400" dirty="0" err="1"/>
              <a:t>pipe</a:t>
            </a:r>
            <a:r>
              <a:rPr lang="ru-RU" sz="2400" dirty="0"/>
              <a:t>), через которую один процесс пишет, а другой читает.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1436DF7-16DD-4C0B-8C4A-C20595DFCF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0439" y="210183"/>
            <a:ext cx="5630528" cy="6437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28969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986C85-39DB-4640-943C-2F7B44930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471" y="97390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ru-RU" dirty="0"/>
              <a:t>Именованные </a:t>
            </a:r>
            <a:br>
              <a:rPr lang="ru-RU" dirty="0"/>
            </a:br>
            <a:r>
              <a:rPr lang="ru-RU" dirty="0"/>
              <a:t>каналы (</a:t>
            </a:r>
            <a:r>
              <a:rPr lang="en-US" dirty="0"/>
              <a:t>FIFO)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604F0DB-B38E-4F15-9C3D-444E7A44D7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157" y="1422953"/>
            <a:ext cx="5500281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/>
              <a:t>	Анонимные каналы работают только между родственными процессами. Для общения любых процессов используем именованные каналы.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6FC3617-DD2C-4A6C-86E6-A9B42F54C0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658" y="3239102"/>
            <a:ext cx="4324356" cy="3497087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1E01754-7874-4022-B981-23EDD8F95E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2453" y="760171"/>
            <a:ext cx="6236588" cy="4328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880129"/>
      </p:ext>
    </p:extLst>
  </p:cSld>
  <p:clrMapOvr>
    <a:masterClrMapping/>
  </p:clrMapOvr>
</p:sld>
</file>

<file path=ppt/theme/theme1.xml><?xml version="1.0" encoding="utf-8"?>
<a:theme xmlns:a="http://schemas.openxmlformats.org/drawingml/2006/main" name="Глубина">
  <a:themeElements>
    <a:clrScheme name="Глубина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Глубина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Глубина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TM04033923[[fn=Глубина]]</Template>
  <TotalTime>121</TotalTime>
  <Words>92</Words>
  <Application>Microsoft Office PowerPoint</Application>
  <PresentationFormat>Широкоэкранный</PresentationFormat>
  <Paragraphs>7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7" baseType="lpstr">
      <vt:lpstr>Arial</vt:lpstr>
      <vt:lpstr>Corbel</vt:lpstr>
      <vt:lpstr>Глубина</vt:lpstr>
      <vt:lpstr>Обмен данными между процессами. Передача сообщений в C++</vt:lpstr>
      <vt:lpstr>Введение</vt:lpstr>
      <vt:lpstr>Анонимные  каналы (Pipes)</vt:lpstr>
      <vt:lpstr>Именованные  каналы (FIFO)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Обмен данными между процессами. Передача сообщений в C++</dc:title>
  <dc:creator>Тарасов Илья Юрьевич</dc:creator>
  <cp:lastModifiedBy>Тарасов Илья Юрьевич</cp:lastModifiedBy>
  <cp:revision>4</cp:revision>
  <dcterms:created xsi:type="dcterms:W3CDTF">2025-11-15T06:17:10Z</dcterms:created>
  <dcterms:modified xsi:type="dcterms:W3CDTF">2025-11-15T08:18:28Z</dcterms:modified>
</cp:coreProperties>
</file>